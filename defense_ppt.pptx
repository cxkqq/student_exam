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07899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C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200" b="1">
                <a:solidFill>
                  <a:srgbClr val="20253A"/>
                </a:solidFill>
              </a:defRPr>
            </a:pPr>
            <a:r>
              <a:t>青少年活动中心管理平台</a:t>
            </a:r>
          </a:p>
          <a:p>
            <a:pPr algn="ctr">
              <a:defRPr sz="2600">
                <a:solidFill>
                  <a:srgbClr val="2850A0"/>
                </a:solidFill>
              </a:defRPr>
            </a:pPr>
            <a:r>
              <a:t>毕业设计答辩</a:t>
            </a:r>
          </a:p>
          <a:p>
            <a:pPr algn="ctr">
              <a:defRPr sz="1800">
                <a:solidFill>
                  <a:srgbClr val="373737"/>
                </a:solidFill>
              </a:defRPr>
            </a:pPr>
            <a:r>
              <a:t>Student_Exam 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3A"/>
                </a:solidFill>
              </a:defRPr>
            </a:pPr>
            <a:r>
              <a:t>目录</a:t>
            </a:r>
          </a:p>
          <a:p>
            <a:pPr>
              <a:defRPr sz="1500">
                <a:solidFill>
                  <a:srgbClr val="373737"/>
                </a:solidFill>
              </a:defRPr>
            </a:pPr>
            <a:r>
              <a:t>简洁展示系统设计与核心功能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20253A"/>
                </a:solidFill>
              </a:defRPr>
            </a:pPr>
            <a:r>
              <a:t>01  项目背景与目标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02  系统总体设计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03  核心功能演示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04  技术实现与亮点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05 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3A"/>
                </a:solidFill>
              </a:defRPr>
            </a:pPr>
            <a:r>
              <a:t>项目背景与目标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20253A"/>
                </a:solidFill>
              </a:defRPr>
            </a:pPr>
            <a:r>
              <a:t>建设目标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面向学生、教师、管理员的统一活动管理平台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解决报名、管理、考勤、成绩、评价的全流程数字化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提升信息透明度与管理效率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20253A"/>
                </a:solidFill>
              </a:defRPr>
            </a:pPr>
            <a:r>
              <a:t>角色职责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学生：报名课程/活动、参与评价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教师：课程管理、成绩录入、考勤管理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管理员：用户管理与系统维护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3A"/>
                </a:solidFill>
              </a:defRPr>
            </a:pPr>
            <a:r>
              <a:t>系统总体设计（数据库）</a:t>
            </a:r>
          </a:p>
          <a:p>
            <a:pPr>
              <a:defRPr sz="1500">
                <a:solidFill>
                  <a:srgbClr val="373737"/>
                </a:solidFill>
              </a:defRPr>
            </a:pPr>
            <a:r>
              <a:t>以数据模型支撑业务闭环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89920" cy="4892040"/>
          </a:xfrm>
          <a:prstGeom prst="roundRect">
            <a:avLst/>
          </a:prstGeom>
          <a:solidFill>
            <a:srgbClr val="E8ECF5"/>
          </a:solidFill>
          <a:ln>
            <a:solidFill>
              <a:srgbClr val="BE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0253A"/>
                </a:solidFill>
              </a:defRPr>
            </a:pPr>
            <a:r>
              <a:t>待插入截图：数据库总体设计图</a:t>
            </a:r>
          </a:p>
          <a:p>
            <a:pPr algn="ctr">
              <a:defRPr sz="1000">
                <a:solidFill>
                  <a:srgbClr val="5A5A5A"/>
                </a:solidFill>
              </a:defRPr>
            </a:pPr>
            <a:r>
              <a:t>https://github.com/user-attachments/assets/ef132e26-312f-4b6f-a9c5-8fe7e091f630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3A"/>
                </a:solidFill>
              </a:defRPr>
            </a:pPr>
            <a:r>
              <a:t>登录与角色入口</a:t>
            </a:r>
          </a:p>
          <a:p>
            <a:pPr>
              <a:defRPr sz="1500">
                <a:solidFill>
                  <a:srgbClr val="373737"/>
                </a:solidFill>
              </a:defRPr>
            </a:pPr>
            <a:r>
              <a:t>统一认证，按角色进入对应功能域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7315200" cy="4754880"/>
          </a:xfrm>
          <a:prstGeom prst="roundRect">
            <a:avLst/>
          </a:prstGeom>
          <a:solidFill>
            <a:srgbClr val="E8ECF5"/>
          </a:solidFill>
          <a:ln>
            <a:solidFill>
              <a:srgbClr val="BE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0253A"/>
                </a:solidFill>
              </a:defRPr>
            </a:pPr>
            <a:r>
              <a:t>待插入截图：登录页面</a:t>
            </a:r>
          </a:p>
          <a:p>
            <a:pPr algn="ctr">
              <a:defRPr sz="1000">
                <a:solidFill>
                  <a:srgbClr val="5A5A5A"/>
                </a:solidFill>
              </a:defRPr>
            </a:pPr>
            <a:r>
              <a:t>https://github.com/user-attachments/assets/d5695ebd-ffb9-4766-93e6-bef8c12eaf6c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7830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20253A"/>
                </a:solidFill>
              </a:defRPr>
            </a:pPr>
            <a:r>
              <a:t>设计要点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账号密码 + 验证码校验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学生 / 教师 / 管理员多角色切换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界面简洁、入口清晰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3A"/>
                </a:solidFill>
              </a:defRPr>
            </a:pPr>
            <a:r>
              <a:t>学生端核心功能</a:t>
            </a:r>
          </a:p>
          <a:p>
            <a:pPr>
              <a:defRPr sz="1500">
                <a:solidFill>
                  <a:srgbClr val="373737"/>
                </a:solidFill>
              </a:defRPr>
            </a:pPr>
            <a:r>
              <a:t>报名与评价形成参与闭环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577840" cy="4480560"/>
          </a:xfrm>
          <a:prstGeom prst="roundRect">
            <a:avLst/>
          </a:prstGeom>
          <a:solidFill>
            <a:srgbClr val="E8ECF5"/>
          </a:solidFill>
          <a:ln>
            <a:solidFill>
              <a:srgbClr val="BE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0253A"/>
                </a:solidFill>
              </a:defRPr>
            </a:pPr>
            <a:r>
              <a:t>待插入截图：学生课程/活动报名</a:t>
            </a:r>
          </a:p>
          <a:p>
            <a:pPr algn="ctr">
              <a:defRPr sz="1000">
                <a:solidFill>
                  <a:srgbClr val="5A5A5A"/>
                </a:solidFill>
              </a:defRPr>
            </a:pPr>
            <a:r>
              <a:t>https://github.com/user-attachments/assets/3ecd8d9a-82a2-45f9-9e61-11e03d87add2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645920"/>
            <a:ext cx="5074920" cy="4480560"/>
          </a:xfrm>
          <a:prstGeom prst="roundRect">
            <a:avLst/>
          </a:prstGeom>
          <a:solidFill>
            <a:srgbClr val="E8ECF5"/>
          </a:solidFill>
          <a:ln>
            <a:solidFill>
              <a:srgbClr val="BE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0253A"/>
                </a:solidFill>
              </a:defRPr>
            </a:pPr>
            <a:r>
              <a:t>待插入截图：学生课程/活动评价</a:t>
            </a:r>
          </a:p>
          <a:p>
            <a:pPr algn="ctr">
              <a:defRPr sz="1000">
                <a:solidFill>
                  <a:srgbClr val="5A5A5A"/>
                </a:solidFill>
              </a:defRPr>
            </a:pPr>
            <a:r>
              <a:t>https://github.com/user-attachments/assets/a8ec555e-ddb2-43a0-a4dc-4c08d01b3751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3A"/>
                </a:solidFill>
              </a:defRPr>
            </a:pPr>
            <a:r>
              <a:t>教师端核心功能</a:t>
            </a:r>
          </a:p>
          <a:p>
            <a:pPr>
              <a:defRPr sz="1500">
                <a:solidFill>
                  <a:srgbClr val="373737"/>
                </a:solidFill>
              </a:defRPr>
            </a:pPr>
            <a:r>
              <a:t>课程组织与过程管理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577840" cy="2240280"/>
          </a:xfrm>
          <a:prstGeom prst="roundRect">
            <a:avLst/>
          </a:prstGeom>
          <a:solidFill>
            <a:srgbClr val="E8ECF5"/>
          </a:solidFill>
          <a:ln>
            <a:solidFill>
              <a:srgbClr val="BE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0253A"/>
                </a:solidFill>
              </a:defRPr>
            </a:pPr>
            <a:r>
              <a:t>待插入截图：教师课程/活动管理</a:t>
            </a:r>
          </a:p>
          <a:p>
            <a:pPr algn="ctr">
              <a:defRPr sz="1000">
                <a:solidFill>
                  <a:srgbClr val="5A5A5A"/>
                </a:solidFill>
              </a:defRPr>
            </a:pPr>
            <a:r>
              <a:t>https://github.com/user-attachments/assets/d2089224-643f-491f-a304-a48b0c04a6c5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645920"/>
            <a:ext cx="5074920" cy="2240280"/>
          </a:xfrm>
          <a:prstGeom prst="roundRect">
            <a:avLst/>
          </a:prstGeom>
          <a:solidFill>
            <a:srgbClr val="E8ECF5"/>
          </a:solidFill>
          <a:ln>
            <a:solidFill>
              <a:srgbClr val="BE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0253A"/>
                </a:solidFill>
              </a:defRPr>
            </a:pPr>
            <a:r>
              <a:t>待插入截图：成绩录入</a:t>
            </a:r>
          </a:p>
          <a:p>
            <a:pPr algn="ctr">
              <a:defRPr sz="1000">
                <a:solidFill>
                  <a:srgbClr val="5A5A5A"/>
                </a:solidFill>
              </a:defRPr>
            </a:pPr>
            <a:r>
              <a:t>https://github.com/user-attachments/assets/94de7b8c-ff84-47ab-ab47-2a2df7e89495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3886200"/>
            <a:ext cx="5074920" cy="2240280"/>
          </a:xfrm>
          <a:prstGeom prst="roundRect">
            <a:avLst/>
          </a:prstGeom>
          <a:solidFill>
            <a:srgbClr val="E8ECF5"/>
          </a:solidFill>
          <a:ln>
            <a:solidFill>
              <a:srgbClr val="BE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0253A"/>
                </a:solidFill>
              </a:defRPr>
            </a:pPr>
            <a:r>
              <a:t>待插入截图：考勤管理</a:t>
            </a:r>
          </a:p>
          <a:p>
            <a:pPr algn="ctr">
              <a:defRPr sz="1000">
                <a:solidFill>
                  <a:srgbClr val="5A5A5A"/>
                </a:solidFill>
              </a:defRPr>
            </a:pPr>
            <a:r>
              <a:t>https://github.com/user-attachments/assets/4d44de09-7e1b-455e-9dbd-b06c2b20031b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3A"/>
                </a:solidFill>
              </a:defRPr>
            </a:pPr>
            <a:r>
              <a:t>管理员端核心功能</a:t>
            </a:r>
          </a:p>
          <a:p>
            <a:pPr>
              <a:defRPr sz="1500">
                <a:solidFill>
                  <a:srgbClr val="373737"/>
                </a:solidFill>
              </a:defRPr>
            </a:pPr>
            <a:r>
              <a:t>用户管理保障平台稳定运行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7498079" cy="4754880"/>
          </a:xfrm>
          <a:prstGeom prst="roundRect">
            <a:avLst/>
          </a:prstGeom>
          <a:solidFill>
            <a:srgbClr val="E8ECF5"/>
          </a:solidFill>
          <a:ln>
            <a:solidFill>
              <a:srgbClr val="BE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0253A"/>
                </a:solidFill>
              </a:defRPr>
            </a:pPr>
            <a:r>
              <a:t>待插入截图：管理员用户管理</a:t>
            </a:r>
          </a:p>
          <a:p>
            <a:pPr algn="ctr">
              <a:defRPr sz="1000">
                <a:solidFill>
                  <a:srgbClr val="5A5A5A"/>
                </a:solidFill>
              </a:defRPr>
            </a:pPr>
            <a:r>
              <a:t>https://github.com/user-attachments/assets/a4a8e15f-ff50-4b5b-8f90-be961cac541b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82880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20253A"/>
                </a:solidFill>
              </a:defRPr>
            </a:pPr>
            <a:r>
              <a:t>管理价值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用户信息集中维护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角色权限配置更清晰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支持系统日常运维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3A"/>
                </a:solidFill>
              </a:defRPr>
            </a:pPr>
            <a:r>
              <a:t>技术实现与项目亮点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20253A"/>
                </a:solidFill>
              </a:defRPr>
            </a:pPr>
            <a:r>
              <a:t>技术栈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后端：Java + Spring + Spring MVC + MyBatis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前端：JSP + Bootstrap/AdminLTE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数据库：MySQL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20253A"/>
                </a:solidFill>
              </a:defRPr>
            </a:pPr>
            <a:r>
              <a:t>项目亮点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多角色业务流程清晰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功能覆盖“报名-管理-考勤-成绩-评价”</a:t>
            </a:r>
          </a:p>
          <a:p>
            <a:pPr>
              <a:spcAft>
                <a:spcPts val="1000"/>
              </a:spcAft>
              <a:defRPr sz="1800" b="0">
                <a:solidFill>
                  <a:srgbClr val="373737"/>
                </a:solidFill>
              </a:defRPr>
            </a:pPr>
            <a:r>
              <a:t>页面统一，操作路径简洁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3327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600">
                <a:solidFill>
                  <a:srgbClr val="20253A"/>
                </a:solidFill>
              </a:defRPr>
            </a:pPr>
            <a:r>
              <a:t>总结与展望</a:t>
            </a:r>
          </a:p>
          <a:p>
            <a:pPr algn="ctr">
              <a:defRPr sz="2200">
                <a:solidFill>
                  <a:srgbClr val="373737"/>
                </a:solidFill>
              </a:defRPr>
            </a:pPr>
            <a:r>
              <a:t>已完成多角色核心业务能力搭建，具备实际应用价值</a:t>
            </a:r>
          </a:p>
          <a:p>
            <a:pPr algn="ctr">
              <a:defRPr sz="2000">
                <a:solidFill>
                  <a:srgbClr val="373737"/>
                </a:solidFill>
              </a:defRPr>
            </a:pPr>
            <a:r>
              <a:t>后续可扩展：数据可视化分析、移动端适配、智能推荐</a:t>
            </a:r>
          </a:p>
          <a:p>
            <a:pPr algn="ctr">
              <a:defRPr b="1" sz="3000">
                <a:solidFill>
                  <a:srgbClr val="2850A0"/>
                </a:solidFill>
              </a:defRPr>
            </a:pPr>
            <a:r>
              <a:t>感谢各位老师！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